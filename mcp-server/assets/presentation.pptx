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8288000" cy="10287000"/>
  <p:notesSz cx="6858000" cy="9144000"/>
  <p:embeddedFontLst>
    <p:embeddedFont>
      <p:font typeface="Montserrat" pitchFamily="2" charset="77"/>
      <p:regular r:id="rId3"/>
      <p:bold r:id="rId4"/>
      <p:italic r:id="rId5"/>
      <p:boldItalic r:id="rId6"/>
    </p:embeddedFont>
    <p:embeddedFont>
      <p:font typeface="Montserrat SemiBold" pitchFamily="2" charset="77"/>
      <p:regular r:id="rId7"/>
      <p:bold r:id="rId8"/>
      <p:italic r:id="rId9"/>
      <p:boldItalic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83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0" autoAdjust="0"/>
    <p:restoredTop sz="94660"/>
  </p:normalViewPr>
  <p:slideViewPr>
    <p:cSldViewPr snapToGrid="0">
      <p:cViewPr>
        <p:scale>
          <a:sx n="90" d="100"/>
          <a:sy n="90" d="100"/>
        </p:scale>
        <p:origin x="224" y="1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presProps" Target="presProps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224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85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bensteenstra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CEA23B59-77A8-AB35-EBB9-EAB02B5A3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39804"/>
            <a:ext cx="18358763" cy="10326804"/>
          </a:xfrm>
          <a:prstGeom prst="rect">
            <a:avLst/>
          </a:prstGeom>
        </p:spPr>
      </p:pic>
      <p:pic>
        <p:nvPicPr>
          <p:cNvPr id="46" name="Picture 45" descr="A black and white image of a planet earth&#10;&#10;AI-generated content may be incorrect.">
            <a:extLst>
              <a:ext uri="{FF2B5EF4-FFF2-40B4-BE49-F238E27FC236}">
                <a16:creationId xmlns:a16="http://schemas.microsoft.com/office/drawing/2014/main" id="{80B05BCC-1714-E7E7-35B6-5DE90ED30A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19"/>
          <a:stretch>
            <a:fillRect/>
          </a:stretch>
        </p:blipFill>
        <p:spPr>
          <a:xfrm>
            <a:off x="6522067" y="-66219"/>
            <a:ext cx="6966787" cy="6652490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21D7866-0026-DD66-E71A-2445F01B4429}"/>
              </a:ext>
            </a:extLst>
          </p:cNvPr>
          <p:cNvSpPr/>
          <p:nvPr/>
        </p:nvSpPr>
        <p:spPr>
          <a:xfrm>
            <a:off x="285921" y="3771628"/>
            <a:ext cx="6360296" cy="1252099"/>
          </a:xfrm>
          <a:prstGeom prst="roundRect">
            <a:avLst>
              <a:gd name="adj" fmla="val 9061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CCEDB43-6DA6-3E55-D2BF-DE6A7312B8E5}"/>
              </a:ext>
            </a:extLst>
          </p:cNvPr>
          <p:cNvSpPr/>
          <p:nvPr/>
        </p:nvSpPr>
        <p:spPr>
          <a:xfrm>
            <a:off x="285921" y="5143228"/>
            <a:ext cx="6360296" cy="925502"/>
          </a:xfrm>
          <a:prstGeom prst="roundRect">
            <a:avLst>
              <a:gd name="adj" fmla="val 9397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DDF77F1-54CF-7EBB-ABFE-F20E44DC75CF}"/>
              </a:ext>
            </a:extLst>
          </p:cNvPr>
          <p:cNvSpPr/>
          <p:nvPr/>
        </p:nvSpPr>
        <p:spPr>
          <a:xfrm>
            <a:off x="285921" y="6200504"/>
            <a:ext cx="6360296" cy="925502"/>
          </a:xfrm>
          <a:prstGeom prst="roundRect">
            <a:avLst>
              <a:gd name="adj" fmla="val 9397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8B4B6A2-2505-369D-3420-5EDF99B54699}"/>
              </a:ext>
            </a:extLst>
          </p:cNvPr>
          <p:cNvSpPr/>
          <p:nvPr/>
        </p:nvSpPr>
        <p:spPr>
          <a:xfrm>
            <a:off x="285921" y="7243492"/>
            <a:ext cx="6360296" cy="2901026"/>
          </a:xfrm>
          <a:prstGeom prst="roundRect">
            <a:avLst>
              <a:gd name="adj" fmla="val 3127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06BDB93-78C7-8D76-6132-59B3E256B355}"/>
              </a:ext>
            </a:extLst>
          </p:cNvPr>
          <p:cNvSpPr/>
          <p:nvPr/>
        </p:nvSpPr>
        <p:spPr>
          <a:xfrm>
            <a:off x="6929614" y="3771628"/>
            <a:ext cx="6403360" cy="3354378"/>
          </a:xfrm>
          <a:prstGeom prst="roundRect">
            <a:avLst>
              <a:gd name="adj" fmla="val 2687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9255D72B-5FBF-F6C5-B274-0A63C84E2EDC}"/>
              </a:ext>
            </a:extLst>
          </p:cNvPr>
          <p:cNvSpPr/>
          <p:nvPr/>
        </p:nvSpPr>
        <p:spPr>
          <a:xfrm>
            <a:off x="6929614" y="7243491"/>
            <a:ext cx="6403360" cy="2901026"/>
          </a:xfrm>
          <a:prstGeom prst="roundRect">
            <a:avLst>
              <a:gd name="adj" fmla="val 4817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C1CE83DB-D956-AE2C-F35D-380A56600C5A}"/>
              </a:ext>
            </a:extLst>
          </p:cNvPr>
          <p:cNvSpPr/>
          <p:nvPr/>
        </p:nvSpPr>
        <p:spPr>
          <a:xfrm>
            <a:off x="13616159" y="3771628"/>
            <a:ext cx="4487994" cy="3354378"/>
          </a:xfrm>
          <a:prstGeom prst="roundRect">
            <a:avLst>
              <a:gd name="adj" fmla="val 3539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00FE0E00-A66B-FFD4-5861-7481F872346C}"/>
              </a:ext>
            </a:extLst>
          </p:cNvPr>
          <p:cNvSpPr/>
          <p:nvPr/>
        </p:nvSpPr>
        <p:spPr>
          <a:xfrm>
            <a:off x="13616159" y="885553"/>
            <a:ext cx="4487994" cy="2757760"/>
          </a:xfrm>
          <a:prstGeom prst="roundRect">
            <a:avLst>
              <a:gd name="adj" fmla="val 4817"/>
            </a:avLst>
          </a:prstGeom>
          <a:solidFill>
            <a:schemeClr val="bg1">
              <a:alpha val="44716"/>
            </a:schemeClr>
          </a:solidFill>
          <a:ln w="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0177" y="354807"/>
            <a:ext cx="12913169" cy="56503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dirty="0">
                <a:latin typeface="Montserrat" pitchFamily="2" charset="77"/>
                <a:ea typeface="+mn-lt"/>
                <a:cs typeface="+mn-lt"/>
              </a:rPr>
              <a:t>{{BUSINESS_NAME}}</a:t>
            </a:r>
            <a:endParaRPr lang="en-US" sz="2800" dirty="0">
              <a:latin typeface="Montserrat" pitchFamily="2" charset="77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5BA550B-3F15-25EF-D586-F6213705EC55}"/>
              </a:ext>
            </a:extLst>
          </p:cNvPr>
          <p:cNvSpPr txBox="1">
            <a:spLocks/>
          </p:cNvSpPr>
          <p:nvPr/>
        </p:nvSpPr>
        <p:spPr>
          <a:xfrm>
            <a:off x="13651681" y="3909409"/>
            <a:ext cx="4395108" cy="557348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dirty="0">
                <a:latin typeface="Montserrat SemiBold" pitchFamily="2" charset="77"/>
                <a:ea typeface="+mn-lt"/>
                <a:cs typeface="+mn-lt"/>
              </a:rPr>
              <a:t>{{DREAMH}}</a:t>
            </a:r>
            <a:endParaRPr lang="en-US" sz="1800" dirty="0">
              <a:latin typeface="Montserrat SemiBold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788D538-A3AE-FB00-6CE5-C3FEE7CBB9F0}"/>
              </a:ext>
            </a:extLst>
          </p:cNvPr>
          <p:cNvSpPr txBox="1">
            <a:spLocks/>
          </p:cNvSpPr>
          <p:nvPr/>
        </p:nvSpPr>
        <p:spPr>
          <a:xfrm>
            <a:off x="13651682" y="996942"/>
            <a:ext cx="4395107" cy="517071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dirty="0">
                <a:latin typeface="Montserrat SemiBold" pitchFamily="2" charset="77"/>
                <a:ea typeface="+mn-lt"/>
                <a:cs typeface="+mn-lt"/>
              </a:rPr>
              <a:t>{{PURPOSEH}}</a:t>
            </a:r>
            <a:endParaRPr lang="en-US" sz="1800" dirty="0">
              <a:latin typeface="Montserrat SemiBold" pitchFamily="2" charset="77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79DF2-1C7D-CAA4-1DFA-0F5B901D1ED3}"/>
              </a:ext>
            </a:extLst>
          </p:cNvPr>
          <p:cNvSpPr txBox="1">
            <a:spLocks/>
          </p:cNvSpPr>
          <p:nvPr/>
        </p:nvSpPr>
        <p:spPr>
          <a:xfrm>
            <a:off x="337456" y="923584"/>
            <a:ext cx="12913169" cy="1136535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b="1" dirty="0">
                <a:latin typeface="Montserrat SemiBold" pitchFamily="2" charset="77"/>
                <a:ea typeface="+mn-lt"/>
                <a:cs typeface="+mn-lt"/>
              </a:rPr>
              <a:t>{{BIG_WHY}}</a:t>
            </a:r>
            <a:endParaRPr lang="en-US" sz="1400" b="1" dirty="0">
              <a:latin typeface="Montserrat SemiBold" pitchFamily="2" charset="77"/>
              <a:cs typeface="Arial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EA5A567-4BC0-D159-A95E-BCADCC53C227}"/>
              </a:ext>
            </a:extLst>
          </p:cNvPr>
          <p:cNvSpPr txBox="1">
            <a:spLocks/>
          </p:cNvSpPr>
          <p:nvPr/>
        </p:nvSpPr>
        <p:spPr>
          <a:xfrm>
            <a:off x="13651682" y="1328270"/>
            <a:ext cx="4395108" cy="1440865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{{PURPOSE}}</a:t>
            </a:r>
            <a:endParaRPr lang="en-US" sz="1400" dirty="0">
              <a:latin typeface="Montserrat" pitchFamily="2" charset="77"/>
              <a:cs typeface="Arial"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C0392697-4AF9-8354-F3ED-2D55D6163417}"/>
              </a:ext>
            </a:extLst>
          </p:cNvPr>
          <p:cNvSpPr txBox="1">
            <a:spLocks/>
          </p:cNvSpPr>
          <p:nvPr/>
        </p:nvSpPr>
        <p:spPr>
          <a:xfrm>
            <a:off x="13651681" y="4213522"/>
            <a:ext cx="4395108" cy="3724877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{{DREAM}}</a:t>
            </a:r>
            <a:endParaRPr lang="en-US" sz="1400" dirty="0">
              <a:latin typeface="Montserrat" pitchFamily="2" charset="77"/>
              <a:cs typeface="Arial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429526A-C0C1-8332-2CED-BDC8F9E4C90A}"/>
              </a:ext>
            </a:extLst>
          </p:cNvPr>
          <p:cNvSpPr txBox="1">
            <a:spLocks/>
          </p:cNvSpPr>
          <p:nvPr/>
        </p:nvSpPr>
        <p:spPr>
          <a:xfrm>
            <a:off x="337453" y="3909409"/>
            <a:ext cx="6164035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b="1" dirty="0">
                <a:latin typeface="Montserrat SemiBold" pitchFamily="2" charset="77"/>
                <a:ea typeface="+mn-lt"/>
                <a:cs typeface="+mn-lt"/>
              </a:rPr>
              <a:t>{{ROLEH}}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4219DDC-D0C0-1481-80EA-8720F33A4C66}"/>
              </a:ext>
            </a:extLst>
          </p:cNvPr>
          <p:cNvSpPr txBox="1">
            <a:spLocks/>
          </p:cNvSpPr>
          <p:nvPr/>
        </p:nvSpPr>
        <p:spPr>
          <a:xfrm>
            <a:off x="337452" y="4213522"/>
            <a:ext cx="6164036" cy="888611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{{ROLE}}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4B93056-5245-2F3A-D9A3-815A012E2829}"/>
              </a:ext>
            </a:extLst>
          </p:cNvPr>
          <p:cNvSpPr txBox="1">
            <a:spLocks/>
          </p:cNvSpPr>
          <p:nvPr/>
        </p:nvSpPr>
        <p:spPr>
          <a:xfrm>
            <a:off x="337452" y="5257941"/>
            <a:ext cx="6164036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b="1" dirty="0">
                <a:latin typeface="Montserrat SemiBold" pitchFamily="2" charset="77"/>
                <a:ea typeface="+mn-lt"/>
                <a:cs typeface="+mn-lt"/>
              </a:rPr>
              <a:t>{{ENTITYH}}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9BE0DA3-56A2-B3DC-F243-2670964E064F}"/>
              </a:ext>
            </a:extLst>
          </p:cNvPr>
          <p:cNvSpPr txBox="1">
            <a:spLocks/>
          </p:cNvSpPr>
          <p:nvPr/>
        </p:nvSpPr>
        <p:spPr>
          <a:xfrm>
            <a:off x="337450" y="5562055"/>
            <a:ext cx="6164035" cy="547770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{{ENTITY}}</a:t>
            </a:r>
            <a:br>
              <a:rPr lang="en-US" sz="1400" dirty="0">
                <a:latin typeface="Montserrat" pitchFamily="2" charset="77"/>
                <a:ea typeface="+mn-lt"/>
                <a:cs typeface="+mn-lt"/>
              </a:rPr>
            </a:br>
            <a:endParaRPr lang="en-US" sz="1400" dirty="0">
              <a:latin typeface="Montserrat" pitchFamily="2" charset="77"/>
              <a:ea typeface="+mn-lt"/>
              <a:cs typeface="+mn-lt"/>
            </a:endParaRP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47720B5C-C3ED-A6E6-84ED-29192C517B4B}"/>
              </a:ext>
            </a:extLst>
          </p:cNvPr>
          <p:cNvSpPr txBox="1">
            <a:spLocks/>
          </p:cNvSpPr>
          <p:nvPr/>
        </p:nvSpPr>
        <p:spPr>
          <a:xfrm>
            <a:off x="6932152" y="3909409"/>
            <a:ext cx="6164033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b="1" dirty="0">
                <a:latin typeface="Montserrat SemiBold" pitchFamily="2" charset="77"/>
                <a:ea typeface="+mn-lt"/>
                <a:cs typeface="+mn-lt"/>
              </a:rPr>
              <a:t>{{STRATEGYH}}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2BE146F-AF82-664C-B097-121741CECAF7}"/>
              </a:ext>
            </a:extLst>
          </p:cNvPr>
          <p:cNvSpPr txBox="1">
            <a:spLocks/>
          </p:cNvSpPr>
          <p:nvPr/>
        </p:nvSpPr>
        <p:spPr>
          <a:xfrm>
            <a:off x="6932152" y="4213522"/>
            <a:ext cx="6164036" cy="3155616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algn="l">
              <a:lnSpc>
                <a:spcPts val="2400"/>
              </a:lnSpc>
              <a:spcBef>
                <a:spcPts val="0"/>
              </a:spcBef>
              <a:buChar char="•"/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{{STRATEGY}}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305FCEFF-3FE8-6419-1496-9D145C81E74E}"/>
              </a:ext>
            </a:extLst>
          </p:cNvPr>
          <p:cNvSpPr txBox="1">
            <a:spLocks/>
          </p:cNvSpPr>
          <p:nvPr/>
        </p:nvSpPr>
        <p:spPr>
          <a:xfrm>
            <a:off x="337450" y="6353597"/>
            <a:ext cx="6164035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b="1" dirty="0">
                <a:latin typeface="Montserrat SemiBold" pitchFamily="2" charset="77"/>
                <a:ea typeface="+mn-lt"/>
                <a:cs typeface="+mn-lt"/>
              </a:rPr>
              <a:t>{{TARGET_GROUPH}}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94AEA2C-4785-122A-ED76-F1C1EECC4AC8}"/>
              </a:ext>
            </a:extLst>
          </p:cNvPr>
          <p:cNvSpPr txBox="1">
            <a:spLocks/>
          </p:cNvSpPr>
          <p:nvPr/>
        </p:nvSpPr>
        <p:spPr>
          <a:xfrm>
            <a:off x="337450" y="6657711"/>
            <a:ext cx="6164034" cy="539325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2400"/>
              </a:lnSpc>
              <a:spcBef>
                <a:spcPts val="0"/>
              </a:spcBef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{{TARGET_GROUP}}</a:t>
            </a:r>
            <a:br>
              <a:rPr lang="en-US" sz="1400" dirty="0">
                <a:latin typeface="Montserrat" pitchFamily="2" charset="77"/>
                <a:ea typeface="+mn-lt"/>
                <a:cs typeface="+mn-lt"/>
              </a:rPr>
            </a:br>
            <a:endParaRPr lang="en-US" sz="1400" dirty="0">
              <a:latin typeface="Montserrat" pitchFamily="2" charset="77"/>
              <a:ea typeface="+mn-lt"/>
              <a:cs typeface="+mn-lt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2ECF2EB-A7E6-FDC3-5D2C-8EA909B6DC25}"/>
              </a:ext>
            </a:extLst>
          </p:cNvPr>
          <p:cNvSpPr txBox="1">
            <a:spLocks/>
          </p:cNvSpPr>
          <p:nvPr/>
        </p:nvSpPr>
        <p:spPr>
          <a:xfrm>
            <a:off x="337450" y="7447894"/>
            <a:ext cx="6164034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b="1" dirty="0">
                <a:latin typeface="Montserrat SemiBold" pitchFamily="2" charset="77"/>
                <a:ea typeface="+mn-lt"/>
                <a:cs typeface="+mn-lt"/>
              </a:rPr>
              <a:t>{{PRODUCTS_SERVICESH}}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F0CA086-1D20-5E12-1C81-0BAE81C85EE1}"/>
              </a:ext>
            </a:extLst>
          </p:cNvPr>
          <p:cNvSpPr txBox="1">
            <a:spLocks/>
          </p:cNvSpPr>
          <p:nvPr/>
        </p:nvSpPr>
        <p:spPr>
          <a:xfrm>
            <a:off x="337450" y="7752007"/>
            <a:ext cx="6164034" cy="2392511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algn="l">
              <a:lnSpc>
                <a:spcPts val="2400"/>
              </a:lnSpc>
              <a:spcBef>
                <a:spcPts val="0"/>
              </a:spcBef>
              <a:buChar char="•"/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{{PRODUCTS_SERVICES}}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69F2FC7B-FB45-AC99-2C12-9A151FBC92B7}"/>
              </a:ext>
            </a:extLst>
          </p:cNvPr>
          <p:cNvSpPr txBox="1">
            <a:spLocks/>
          </p:cNvSpPr>
          <p:nvPr/>
        </p:nvSpPr>
        <p:spPr>
          <a:xfrm>
            <a:off x="6932152" y="7447894"/>
            <a:ext cx="6164034" cy="497003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1800" b="1" dirty="0">
                <a:latin typeface="Montserrat SemiBold" pitchFamily="2" charset="77"/>
                <a:ea typeface="+mn-lt"/>
                <a:cs typeface="+mn-lt"/>
              </a:rPr>
              <a:t>{{RULES_OF_THE_GAMEH}}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83CB2A41-D329-3E49-788A-1CE1BA8E7A9A}"/>
              </a:ext>
            </a:extLst>
          </p:cNvPr>
          <p:cNvSpPr txBox="1">
            <a:spLocks/>
          </p:cNvSpPr>
          <p:nvPr/>
        </p:nvSpPr>
        <p:spPr>
          <a:xfrm>
            <a:off x="6932150" y="7752007"/>
            <a:ext cx="6164036" cy="2178539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algn="l">
              <a:lnSpc>
                <a:spcPts val="2400"/>
              </a:lnSpc>
              <a:spcBef>
                <a:spcPts val="0"/>
              </a:spcBef>
              <a:buChar char="•"/>
            </a:pPr>
            <a:r>
              <a:rPr lang="en-US" sz="1400" dirty="0">
                <a:latin typeface="Montserrat" pitchFamily="2" charset="77"/>
                <a:ea typeface="+mn-lt"/>
                <a:cs typeface="+mn-lt"/>
              </a:rPr>
              <a:t>{{RULES_OF_THE_GAME}}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4A0472B8-9CE8-F0D1-7876-49435F54E1E5}"/>
              </a:ext>
            </a:extLst>
          </p:cNvPr>
          <p:cNvSpPr txBox="1">
            <a:spLocks/>
          </p:cNvSpPr>
          <p:nvPr/>
        </p:nvSpPr>
        <p:spPr>
          <a:xfrm>
            <a:off x="13916025" y="8889317"/>
            <a:ext cx="4286247" cy="1212683"/>
          </a:xfrm>
          <a:prstGeom prst="rect">
            <a:avLst/>
          </a:prstGeom>
        </p:spPr>
        <p:txBody>
          <a:bodyPr vert="horz" lIns="137160" tIns="68580" rIns="137160" bIns="6858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200" dirty="0">
                <a:solidFill>
                  <a:srgbClr val="2B83E6"/>
                </a:solidFill>
                <a:latin typeface="Montserrat SemiBold" pitchFamily="2" charset="77"/>
                <a:ea typeface="+mn-lt"/>
                <a:cs typeface="+mn-lt"/>
              </a:rPr>
              <a:t>Clarity comes from simplicity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Montserrat" pitchFamily="2" charset="77"/>
              <a:ea typeface="+mn-lt"/>
              <a:cs typeface="+mn-lt"/>
            </a:endParaRPr>
          </a:p>
          <a:p>
            <a:pPr algn="r"/>
            <a:endParaRPr lang="en-US" sz="1200" dirty="0">
              <a:solidFill>
                <a:schemeClr val="bg1">
                  <a:lumMod val="75000"/>
                </a:schemeClr>
              </a:solidFill>
              <a:latin typeface="Montserrat" pitchFamily="2" charset="77"/>
              <a:ea typeface="+mn-lt"/>
              <a:cs typeface="+mn-lt"/>
            </a:endParaRPr>
          </a:p>
          <a:p>
            <a:pPr algn="r"/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Montserrat" pitchFamily="2" charset="77"/>
                <a:ea typeface="+mn-lt"/>
                <a:cs typeface="+mn-lt"/>
              </a:rPr>
              <a:t>Business Canvas Strategy Builder _v1.01</a:t>
            </a:r>
          </a:p>
          <a:p>
            <a:pPr algn="r"/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Montserrat" pitchFamily="2" charset="77"/>
                <a:ea typeface="+mn-lt"/>
                <a:cs typeface="+mn-lt"/>
              </a:rPr>
              <a:t>A business model by 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Montserrat" pitchFamily="2" charset="77"/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 Steenstra</a:t>
            </a:r>
            <a:endParaRPr lang="en-US" sz="1200" dirty="0">
              <a:solidFill>
                <a:srgbClr val="2B83E6"/>
              </a:solidFill>
              <a:latin typeface="Montserrat SemiBold" pitchFamily="2" charset="77"/>
              <a:cs typeface="Arial"/>
            </a:endParaRPr>
          </a:p>
          <a:p>
            <a:pPr algn="r"/>
            <a:endParaRPr lang="en-US" sz="1200" dirty="0">
              <a:solidFill>
                <a:schemeClr val="bg1">
                  <a:lumMod val="75000"/>
                </a:schemeClr>
              </a:solidFill>
              <a:latin typeface="Montserrat" pitchFamily="2" charset="77"/>
              <a:cs typeface="Arial"/>
            </a:endParaRPr>
          </a:p>
        </p:txBody>
      </p:sp>
      <p:sp>
        <p:nvSpPr>
          <p:cNvPr id="49" name="Subtitle 2">
            <a:extLst>
              <a:ext uri="{FF2B5EF4-FFF2-40B4-BE49-F238E27FC236}">
                <a16:creationId xmlns:a16="http://schemas.microsoft.com/office/drawing/2014/main" id="{6492AF04-6E0F-201B-5E47-0EC608ED7C98}"/>
              </a:ext>
            </a:extLst>
          </p:cNvPr>
          <p:cNvSpPr txBox="1">
            <a:spLocks/>
          </p:cNvSpPr>
          <p:nvPr/>
        </p:nvSpPr>
        <p:spPr>
          <a:xfrm>
            <a:off x="15209335" y="9009935"/>
            <a:ext cx="850168" cy="405800"/>
          </a:xfrm>
          <a:prstGeom prst="rect">
            <a:avLst/>
          </a:prstGeom>
        </p:spPr>
        <p:txBody>
          <a:bodyPr vert="horz" lIns="137160" tIns="68580" rIns="137160" bIns="6858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0"/>
              </a:lnSpc>
              <a:spcBef>
                <a:spcPts val="0"/>
              </a:spcBef>
            </a:pPr>
            <a:r>
              <a:rPr lang="en-US" sz="3600" dirty="0">
                <a:solidFill>
                  <a:srgbClr val="2B83E6"/>
                </a:solidFill>
                <a:latin typeface="Montserrat" pitchFamily="2" charset="77"/>
                <a:ea typeface="+mn-lt"/>
                <a:cs typeface="+mn-lt"/>
              </a:rPr>
              <a:t>”</a:t>
            </a:r>
            <a:endParaRPr lang="en-US" sz="3600" dirty="0">
              <a:solidFill>
                <a:srgbClr val="2B83E6"/>
              </a:solidFill>
              <a:latin typeface="Montserrat" pitchFamily="2" charset="77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</TotalTime>
  <Words>97</Words>
  <Application>Microsoft Macintosh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Montserrat</vt:lpstr>
      <vt:lpstr>Montserrat SemiBold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Jochem de Klerk</cp:lastModifiedBy>
  <cp:revision>122</cp:revision>
  <dcterms:created xsi:type="dcterms:W3CDTF">2013-07-15T20:26:40Z</dcterms:created>
  <dcterms:modified xsi:type="dcterms:W3CDTF">2026-02-10T13:53:15Z</dcterms:modified>
</cp:coreProperties>
</file>