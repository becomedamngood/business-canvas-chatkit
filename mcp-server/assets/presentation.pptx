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sldIdLst>
    <p:sldId id="256" r:id="rId2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7429"/>
    <a:srgbClr val="2B8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7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88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0224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856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ensteenstra.com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6286C23-898F-5D45-CBEF-FDADAA8F9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40177" y="354807"/>
            <a:ext cx="12913169" cy="565038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{{BUSINESS_NAME}}</a:t>
            </a:r>
            <a:endParaRPr lang="en-US" sz="2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5BA550B-3F15-25EF-D586-F6213705EC55}"/>
              </a:ext>
            </a:extLst>
          </p:cNvPr>
          <p:cNvSpPr txBox="1">
            <a:spLocks/>
          </p:cNvSpPr>
          <p:nvPr/>
        </p:nvSpPr>
        <p:spPr>
          <a:xfrm>
            <a:off x="13651681" y="2090282"/>
            <a:ext cx="4395108" cy="557348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rgbClr val="E77429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{{DREAMH}}</a:t>
            </a:r>
            <a:endParaRPr lang="en-US" sz="1600" dirty="0">
              <a:solidFill>
                <a:srgbClr val="E774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788D538-A3AE-FB00-6CE5-C3FEE7CBB9F0}"/>
              </a:ext>
            </a:extLst>
          </p:cNvPr>
          <p:cNvSpPr txBox="1">
            <a:spLocks/>
          </p:cNvSpPr>
          <p:nvPr/>
        </p:nvSpPr>
        <p:spPr>
          <a:xfrm>
            <a:off x="13651682" y="5659659"/>
            <a:ext cx="4395107" cy="517072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rgbClr val="E77429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{{PURPOSEH}}</a:t>
            </a:r>
            <a:endParaRPr lang="en-US" sz="1600" dirty="0">
              <a:solidFill>
                <a:srgbClr val="E774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CB79DF2-1C7D-CAA4-1DFA-0F5B901D1ED3}"/>
              </a:ext>
            </a:extLst>
          </p:cNvPr>
          <p:cNvSpPr txBox="1">
            <a:spLocks/>
          </p:cNvSpPr>
          <p:nvPr/>
        </p:nvSpPr>
        <p:spPr>
          <a:xfrm>
            <a:off x="337456" y="890132"/>
            <a:ext cx="17337227" cy="969040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400"/>
              </a:lnSpc>
              <a:spcBef>
                <a:spcPts val="0"/>
              </a:spcBef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{{BIG_WHY}}</a:t>
            </a:r>
            <a:endParaRPr 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EA5A567-4BC0-D159-A95E-BCADCC53C227}"/>
              </a:ext>
            </a:extLst>
          </p:cNvPr>
          <p:cNvSpPr txBox="1">
            <a:spLocks/>
          </p:cNvSpPr>
          <p:nvPr/>
        </p:nvSpPr>
        <p:spPr>
          <a:xfrm>
            <a:off x="13651682" y="5990988"/>
            <a:ext cx="4395108" cy="2618288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4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{{PURPOSE}}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0392697-4AF9-8354-F3ED-2D55D6163417}"/>
              </a:ext>
            </a:extLst>
          </p:cNvPr>
          <p:cNvSpPr txBox="1">
            <a:spLocks/>
          </p:cNvSpPr>
          <p:nvPr/>
        </p:nvSpPr>
        <p:spPr>
          <a:xfrm>
            <a:off x="13651681" y="2394395"/>
            <a:ext cx="4395108" cy="3000275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4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{{DREAM}}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429526A-C0C1-8332-2CED-BDC8F9E4C90A}"/>
              </a:ext>
            </a:extLst>
          </p:cNvPr>
          <p:cNvSpPr txBox="1">
            <a:spLocks/>
          </p:cNvSpPr>
          <p:nvPr/>
        </p:nvSpPr>
        <p:spPr>
          <a:xfrm>
            <a:off x="337453" y="2067834"/>
            <a:ext cx="6164035" cy="497003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rgbClr val="E77429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{{ROLEH}}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4219DDC-D0C0-1481-80EA-8720F33A4C66}"/>
              </a:ext>
            </a:extLst>
          </p:cNvPr>
          <p:cNvSpPr txBox="1">
            <a:spLocks/>
          </p:cNvSpPr>
          <p:nvPr/>
        </p:nvSpPr>
        <p:spPr>
          <a:xfrm>
            <a:off x="337452" y="2371947"/>
            <a:ext cx="6164036" cy="1473316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4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{{ROLE}}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4B93056-5245-2F3A-D9A3-815A012E2829}"/>
              </a:ext>
            </a:extLst>
          </p:cNvPr>
          <p:cNvSpPr txBox="1">
            <a:spLocks/>
          </p:cNvSpPr>
          <p:nvPr/>
        </p:nvSpPr>
        <p:spPr>
          <a:xfrm>
            <a:off x="337452" y="4091633"/>
            <a:ext cx="6164036" cy="497003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rgbClr val="E77429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{{ENTITYH}}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9BE0DA3-56A2-B3DC-F243-2670964E064F}"/>
              </a:ext>
            </a:extLst>
          </p:cNvPr>
          <p:cNvSpPr txBox="1">
            <a:spLocks/>
          </p:cNvSpPr>
          <p:nvPr/>
        </p:nvSpPr>
        <p:spPr>
          <a:xfrm>
            <a:off x="337450" y="4395746"/>
            <a:ext cx="6164035" cy="998925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4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{{ENTITY}}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7720B5C-C3ED-A6E6-84ED-29192C517B4B}"/>
              </a:ext>
            </a:extLst>
          </p:cNvPr>
          <p:cNvSpPr txBox="1">
            <a:spLocks/>
          </p:cNvSpPr>
          <p:nvPr/>
        </p:nvSpPr>
        <p:spPr>
          <a:xfrm>
            <a:off x="6932152" y="4079713"/>
            <a:ext cx="6164033" cy="497003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rgbClr val="E77429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{{STRATEGYH}}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72BE146F-AF82-664C-B097-121741CECAF7}"/>
              </a:ext>
            </a:extLst>
          </p:cNvPr>
          <p:cNvSpPr txBox="1">
            <a:spLocks/>
          </p:cNvSpPr>
          <p:nvPr/>
        </p:nvSpPr>
        <p:spPr>
          <a:xfrm>
            <a:off x="6932152" y="4383826"/>
            <a:ext cx="6164036" cy="2618288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60338" algn="l">
              <a:lnSpc>
                <a:spcPts val="1640"/>
              </a:lnSpc>
              <a:spcBef>
                <a:spcPts val="0"/>
              </a:spcBef>
              <a:buClr>
                <a:srgbClr val="E77429"/>
              </a:buClr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{{STRATEGY}}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05FCEFF-3FE8-6419-1496-9D145C81E74E}"/>
              </a:ext>
            </a:extLst>
          </p:cNvPr>
          <p:cNvSpPr txBox="1">
            <a:spLocks/>
          </p:cNvSpPr>
          <p:nvPr/>
        </p:nvSpPr>
        <p:spPr>
          <a:xfrm>
            <a:off x="337450" y="5641041"/>
            <a:ext cx="6164035" cy="497003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rgbClr val="E77429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{{TARGET_GROUPH}}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C94AEA2C-4785-122A-ED76-F1C1EECC4AC8}"/>
              </a:ext>
            </a:extLst>
          </p:cNvPr>
          <p:cNvSpPr txBox="1">
            <a:spLocks/>
          </p:cNvSpPr>
          <p:nvPr/>
        </p:nvSpPr>
        <p:spPr>
          <a:xfrm>
            <a:off x="337450" y="5945155"/>
            <a:ext cx="6164034" cy="1095691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640"/>
              </a:lnSpc>
              <a:spcBef>
                <a:spcPts val="0"/>
              </a:spcBef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{{TARGET_GROUP}}</a:t>
            </a:r>
            <a:b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</a:b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F2ECF2EB-A7E6-FDC3-5D2C-8EA909B6DC25}"/>
              </a:ext>
            </a:extLst>
          </p:cNvPr>
          <p:cNvSpPr txBox="1">
            <a:spLocks/>
          </p:cNvSpPr>
          <p:nvPr/>
        </p:nvSpPr>
        <p:spPr>
          <a:xfrm>
            <a:off x="337450" y="7271957"/>
            <a:ext cx="6164034" cy="497003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rgbClr val="E77429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{{PRODUCTS_SERVICESH}}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1F0CA086-1D20-5E12-1C81-0BAE81C85EE1}"/>
              </a:ext>
            </a:extLst>
          </p:cNvPr>
          <p:cNvSpPr txBox="1">
            <a:spLocks/>
          </p:cNvSpPr>
          <p:nvPr/>
        </p:nvSpPr>
        <p:spPr>
          <a:xfrm>
            <a:off x="337450" y="7576070"/>
            <a:ext cx="6164034" cy="2618288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0" indent="-158750" algn="l">
              <a:lnSpc>
                <a:spcPts val="1640"/>
              </a:lnSpc>
              <a:spcBef>
                <a:spcPts val="0"/>
              </a:spcBef>
              <a:buClr>
                <a:srgbClr val="E77429"/>
              </a:buClr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{{PRODUCTS_SERVICES}}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69F2FC7B-FB45-AC99-2C12-9A151FBC92B7}"/>
              </a:ext>
            </a:extLst>
          </p:cNvPr>
          <p:cNvSpPr txBox="1">
            <a:spLocks/>
          </p:cNvSpPr>
          <p:nvPr/>
        </p:nvSpPr>
        <p:spPr>
          <a:xfrm>
            <a:off x="6932152" y="7271957"/>
            <a:ext cx="6164034" cy="497003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1600" dirty="0">
                <a:solidFill>
                  <a:srgbClr val="E77429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{{RULES_OF_THE_GAMEH}}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83CB2A41-D329-3E49-788A-1CE1BA8E7A9A}"/>
              </a:ext>
            </a:extLst>
          </p:cNvPr>
          <p:cNvSpPr txBox="1">
            <a:spLocks/>
          </p:cNvSpPr>
          <p:nvPr/>
        </p:nvSpPr>
        <p:spPr>
          <a:xfrm>
            <a:off x="6932150" y="7576070"/>
            <a:ext cx="6164036" cy="2618288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60338" algn="l">
              <a:lnSpc>
                <a:spcPts val="1640"/>
              </a:lnSpc>
              <a:spcBef>
                <a:spcPts val="0"/>
              </a:spcBef>
              <a:buClr>
                <a:srgbClr val="E77429"/>
              </a:buClr>
              <a:buChar char="•"/>
            </a:pP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{{RULES_OF_THE_GAME}}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4A0472B8-9CE8-F0D1-7876-49435F54E1E5}"/>
              </a:ext>
            </a:extLst>
          </p:cNvPr>
          <p:cNvSpPr txBox="1">
            <a:spLocks/>
          </p:cNvSpPr>
          <p:nvPr/>
        </p:nvSpPr>
        <p:spPr>
          <a:xfrm>
            <a:off x="13916025" y="8889317"/>
            <a:ext cx="4286247" cy="1212683"/>
          </a:xfrm>
          <a:prstGeom prst="rect">
            <a:avLst/>
          </a:prstGeom>
        </p:spPr>
        <p:txBody>
          <a:bodyPr vert="horz" lIns="137160" tIns="68580" rIns="137160" bIns="6858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200" dirty="0">
                <a:solidFill>
                  <a:srgbClr val="E77429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Clarity comes from simplicity</a:t>
            </a:r>
          </a:p>
          <a:p>
            <a:pPr algn="r"/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algn="r">
              <a:lnSpc>
                <a:spcPts val="1640"/>
              </a:lnSpc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Business Canvas Strategy Builder _v1.01</a:t>
            </a:r>
            <a:br>
              <a:rPr 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</a:b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 business model by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Ben Steenstra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sz="12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Subtitle 2">
            <a:extLst>
              <a:ext uri="{FF2B5EF4-FFF2-40B4-BE49-F238E27FC236}">
                <a16:creationId xmlns:a16="http://schemas.microsoft.com/office/drawing/2014/main" id="{6492AF04-6E0F-201B-5E47-0EC608ED7C98}"/>
              </a:ext>
            </a:extLst>
          </p:cNvPr>
          <p:cNvSpPr txBox="1">
            <a:spLocks/>
          </p:cNvSpPr>
          <p:nvPr/>
        </p:nvSpPr>
        <p:spPr>
          <a:xfrm>
            <a:off x="15546812" y="9013371"/>
            <a:ext cx="850168" cy="405800"/>
          </a:xfrm>
          <a:prstGeom prst="rect">
            <a:avLst/>
          </a:prstGeom>
        </p:spPr>
        <p:txBody>
          <a:bodyPr vert="horz" lIns="137160" tIns="68580" rIns="137160" bIns="6858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00"/>
              </a:lnSpc>
              <a:spcBef>
                <a:spcPts val="0"/>
              </a:spcBef>
            </a:pPr>
            <a:r>
              <a:rPr lang="en-US" sz="3600" dirty="0">
                <a:solidFill>
                  <a:srgbClr val="E77429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/>
            </a:r>
            <a:endParaRPr lang="en-US" sz="3600" dirty="0">
              <a:solidFill>
                <a:srgbClr val="E7742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202</TotalTime>
  <Words>97</Words>
  <Application>Microsoft Macintosh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Jochem de Klerk</cp:lastModifiedBy>
  <cp:revision>125</cp:revision>
  <dcterms:created xsi:type="dcterms:W3CDTF">2013-07-15T20:26:40Z</dcterms:created>
  <dcterms:modified xsi:type="dcterms:W3CDTF">2026-03-11T14:59:57Z</dcterms:modified>
</cp:coreProperties>
</file>